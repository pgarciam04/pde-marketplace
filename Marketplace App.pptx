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F0697-AD2A-40AB-2F6D-8EEE7993D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B5D861-B134-5903-65B7-5A35769BD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64DD6-3F3F-FB0C-9B6B-C65D090C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18A1A9-0E5C-9ED4-EFD0-03BEE42A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B264C-2C8D-9481-0E9F-9A5635DB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75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D75D5-3A96-51FF-137D-A40579FF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7E4C1C-1C4A-724C-3B89-80052933C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119F16-11BD-D275-C7D8-1206F792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3B023-A2D9-6150-8AFC-EB7BBAF7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EE85B5-EFF5-1581-229B-574A2D71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048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2F60F-8A23-2B7A-BB59-5C6DDB7D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B3D47E-69BB-2BFC-26C2-955C1DAA8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D590E0-E5B1-EBEF-D3EA-54904B31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E3359-E983-E9B8-7DAA-E6F2B00FB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9ACCF-B9B0-2801-E224-E626CC7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850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F4BB1-6BF6-64D4-3B58-4C976F8A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13FE45-EF9A-C64E-7FB3-31BD6F683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07888C-A557-D6F9-6317-DFEC96637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8C19DC-D1C2-2850-7D10-6E8E6281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9C4391-D93E-B383-2427-5F2B4E08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FDB1AD-6B1D-DDB6-CF2F-4E655F24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011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156C8-C3E4-CD6B-3F03-1D78AEF5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A168AB-B086-DD0C-E2FF-7647CB9A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AB02B6-2DD3-5297-F708-5C34B4CC0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C7BBD1-2CF0-CCF6-0AE3-3D3528AF1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0D46FD-50E1-CFEF-BF0E-15FC46473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FA0ED8-AED1-E1D7-EB77-BA7C27F5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361B49D-8594-5F21-6688-91D5EBC8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B285DF-0D38-1558-3313-5AE98DD4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931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BA6FC-5C50-DB7E-84AD-5EE9EA2C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4538A-D010-5091-5B54-67DAE385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5447F8-D93F-EA54-E4B6-F62B3009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3845CE-A063-D9A2-756F-9ADE4DFF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369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24A882A-4783-2751-CC4C-21F354A39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8A4BAA-DD74-747E-3FA5-FB8D75C9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C018FD-8740-F7E8-6AD3-95D92484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93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262A3-7CA7-F71B-46B8-E0FA4EAA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673398-43AF-CB61-5E59-4B0CA5F80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62625E-8FC8-6949-613B-5C2AAB2B4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FE663F-5AEC-C5AE-6E3E-06E24149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A3F3DD-CF4D-9F03-7DD6-F930DCDB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121834-AE66-2108-AFDD-5F8DCD7D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75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5E9E5-1A02-7292-98D7-BAE6F42AE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7254E6-8CE1-7024-795F-23F5EBFA1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100CF2-57AC-6DD1-9B8F-954F091FB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1D620C-8E5E-926A-C4C1-3CA9D1877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541B9E-C668-69C5-77F1-01AF1CDD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B46D6D-AE6E-B811-3DBF-95EAD32D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15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5352D-B75A-5420-756E-80F5B2A5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09ADC3-66D2-3D25-80A3-93E7A1CB6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428EB-3E8B-EB0C-CA5D-5DFC57161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77FAF1-7DAD-9452-25B0-11BA22E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F12114-4505-34AA-2D7B-0A0EF8BF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94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809E5F-F605-179A-03E9-69B74A6FD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EED5E2-ACA6-2100-8DC5-B9A3240AE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43F8D-4891-CF10-409D-388D6926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F55F28-5F57-AFCB-6CCF-9BE4B7FA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2546B9-2427-D1E6-3236-A947FBCD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62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F008FD-B503-5C43-40F7-4FC65558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76AD97-421B-B1FA-5848-0C0C496C5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E38EED-4D4D-60C3-BB70-FC03F01E6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4D2DD-E55B-4BA7-A919-24019A4B22AF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14BBC5-2A43-67AE-A6F9-950F9D8A6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AAC1D3-B487-2779-1425-4D06BAB0E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BF1E6-A4D9-4BA7-8521-795F6B5B3D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338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EEFD98-6890-996B-DE13-93C9781B1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s-ES" sz="4000">
                <a:solidFill>
                  <a:schemeClr val="tx2"/>
                </a:solidFill>
              </a:rPr>
              <a:t>Marketplace App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CBD5F4-10CD-D0F6-F40B-010876138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s-ES" sz="2000">
                <a:solidFill>
                  <a:schemeClr val="tx2"/>
                </a:solidFill>
              </a:rPr>
              <a:t>Pablo García Moya , Álvaro Martín Romero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mart Phone">
            <a:extLst>
              <a:ext uri="{FF2B5EF4-FFF2-40B4-BE49-F238E27FC236}">
                <a16:creationId xmlns:a16="http://schemas.microsoft.com/office/drawing/2014/main" id="{3CA90F5D-7C2B-1037-0F42-1BA9EFBE5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31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EDD8FB-EDD7-7822-7AE0-5E71A6C0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66" y="991261"/>
            <a:ext cx="5754696" cy="1837349"/>
          </a:xfrm>
        </p:spPr>
        <p:txBody>
          <a:bodyPr anchor="b">
            <a:normAutofit/>
          </a:bodyPr>
          <a:lstStyle/>
          <a:p>
            <a:pPr algn="ctr"/>
            <a:r>
              <a:rPr lang="es-ES" sz="3600">
                <a:solidFill>
                  <a:schemeClr val="tx2"/>
                </a:solidFill>
              </a:rPr>
              <a:t>Objetivo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3921CD-DDE5-4B57-8FDF-B37ADE4ED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219" y="3985"/>
            <a:ext cx="9747620" cy="6858000"/>
            <a:chOff x="1318434" y="36937"/>
            <a:chExt cx="9747620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CBEDF6-7B5F-471F-AF99-301A23748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43DB10-4F84-47C2-8170-CB9EED866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35C7A0-1526-4D97-BCD8-91B3576E3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09574A-38B7-43A8-A925-1FB54C6B1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A3AAA50-DE22-4E5D-9064-A37786C59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CF4B7-3A40-E83C-EE7A-9EFDE8356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5954" y="2979336"/>
            <a:ext cx="5709721" cy="2430864"/>
          </a:xfrm>
        </p:spPr>
        <p:txBody>
          <a:bodyPr anchor="t">
            <a:normAutofit/>
          </a:bodyPr>
          <a:lstStyle/>
          <a:p>
            <a:r>
              <a:rPr lang="es-ES" sz="2000">
                <a:solidFill>
                  <a:schemeClr val="tx2"/>
                </a:solidFill>
              </a:rPr>
              <a:t>El objetivo de nuestra aplicación es brindar apoyo a todos los usuarios que quieren realizar compras online</a:t>
            </a:r>
          </a:p>
        </p:txBody>
      </p:sp>
    </p:spTree>
    <p:extLst>
      <p:ext uri="{BB962C8B-B14F-4D97-AF65-F5344CB8AC3E}">
        <p14:creationId xmlns:p14="http://schemas.microsoft.com/office/powerpoint/2010/main" val="55709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8EF464-1835-2EEB-6FFC-73828F35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Tecnologías empleadas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384725E3-3941-6797-9AFA-4BD13C5AB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tx2"/>
                </a:solidFill>
              </a:rPr>
              <a:t>Gradle: Construcción y gestión de dependencias</a:t>
            </a:r>
          </a:p>
          <a:p>
            <a:r>
              <a:rPr lang="es-ES" sz="1800">
                <a:solidFill>
                  <a:schemeClr val="tx2"/>
                </a:solidFill>
              </a:rPr>
              <a:t>Java: Gestión de eventos, Control del flujo de la aplicación, comunicación con firebase, manejo del ciclo de vida de las actividades</a:t>
            </a:r>
          </a:p>
          <a:p>
            <a:r>
              <a:rPr lang="es-ES" sz="1800">
                <a:solidFill>
                  <a:schemeClr val="tx2"/>
                </a:solidFill>
              </a:rPr>
              <a:t>XML: Definición de las interfaces gráficas</a:t>
            </a:r>
          </a:p>
          <a:p>
            <a:r>
              <a:rPr lang="es-ES" sz="1800">
                <a:solidFill>
                  <a:schemeClr val="tx2"/>
                </a:solidFill>
              </a:rPr>
              <a:t>Firebase: Registro e inicio de sesión </a:t>
            </a:r>
          </a:p>
        </p:txBody>
      </p:sp>
    </p:spTree>
    <p:extLst>
      <p:ext uri="{BB962C8B-B14F-4D97-AF65-F5344CB8AC3E}">
        <p14:creationId xmlns:p14="http://schemas.microsoft.com/office/powerpoint/2010/main" val="170555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F5A0BC-5B99-DE6E-25AB-E49B79BA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</a:rPr>
              <a:t>Arquitectura </a:t>
            </a:r>
          </a:p>
        </p:txBody>
      </p:sp>
      <p:pic>
        <p:nvPicPr>
          <p:cNvPr id="7" name="Graphic 6" descr="Social Network">
            <a:extLst>
              <a:ext uri="{FF2B5EF4-FFF2-40B4-BE49-F238E27FC236}">
                <a16:creationId xmlns:a16="http://schemas.microsoft.com/office/drawing/2014/main" id="{D5BAD266-A8FD-DCE2-59A3-60D74EFB6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DEF33-A372-F5F2-C185-CFFBBDD7F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s-ES" sz="1800" dirty="0">
                <a:solidFill>
                  <a:schemeClr val="tx2"/>
                </a:solidFill>
              </a:rPr>
              <a:t>Hemos dividido nuestra app en tres capas:</a:t>
            </a:r>
          </a:p>
          <a:p>
            <a:endParaRPr lang="es-ES" sz="1800" dirty="0">
              <a:solidFill>
                <a:schemeClr val="tx2"/>
              </a:solidFill>
            </a:endParaRPr>
          </a:p>
          <a:p>
            <a:r>
              <a:rPr lang="es-ES" sz="1800" dirty="0">
                <a:solidFill>
                  <a:schemeClr val="tx2"/>
                </a:solidFill>
              </a:rPr>
              <a:t>Vista: Encargada de la interacción con el usuario y de recoger los eventos </a:t>
            </a:r>
          </a:p>
          <a:p>
            <a:r>
              <a:rPr lang="es-ES" sz="1800" dirty="0">
                <a:solidFill>
                  <a:schemeClr val="tx2"/>
                </a:solidFill>
              </a:rPr>
              <a:t>Lógica de control: Responde a los eventos, coordina la navegación y actualiza la vista</a:t>
            </a:r>
          </a:p>
          <a:p>
            <a:r>
              <a:rPr lang="es-ES" sz="1800" dirty="0">
                <a:solidFill>
                  <a:schemeClr val="tx2"/>
                </a:solidFill>
              </a:rPr>
              <a:t>Modelos: Manejan la autenticación, persistencia de datos y sincronización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171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F9434-926C-CADB-F54D-CAE5AE5D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9FDC4B-9180-DEAC-987A-79DF619D5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5362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125</Words>
  <Application>Microsoft Office PowerPoint</Application>
  <PresentationFormat>Panorámica</PresentationFormat>
  <Paragraphs>15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Marketplace App</vt:lpstr>
      <vt:lpstr>Objetivo</vt:lpstr>
      <vt:lpstr>Tecnologías empleadas</vt:lpstr>
      <vt:lpstr>Arquitectura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Martin</dc:creator>
  <cp:lastModifiedBy>Álvaro Martin</cp:lastModifiedBy>
  <cp:revision>2</cp:revision>
  <dcterms:created xsi:type="dcterms:W3CDTF">2025-12-17T21:24:20Z</dcterms:created>
  <dcterms:modified xsi:type="dcterms:W3CDTF">2025-12-18T08:59:58Z</dcterms:modified>
</cp:coreProperties>
</file>